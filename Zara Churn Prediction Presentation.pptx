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PREDICTIVE ANALYTICS · COURSE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AI-Driven Customer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Churn Prediction for Zara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0D0D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comparative study of Logistic Regression and Gradient Boosting on fast-fashion customer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303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€27.78 bn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+ Zara Home FY2024 sales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0" y="5303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218 M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active app users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046720" y="5303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loyalty program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retention by scarcity, not points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Why churn prediction matters for Zara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is losing ground in the fast-fashion race.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FY2025 preliminary revenue grew only </a:t>
            </a:r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+3.2%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— sharply down from +10.4% in FY2023. Shares dropped 7.5% in March 2025 on the guidance.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Shein reached </a:t>
            </a:r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50% US fast-fashion market share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 late 2022. McKinsey's 2024 survey found 40% of US consumers now shop Shein/Temu.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Retention economics: keeping a customer costs </a:t>
            </a:r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5-25× less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than acquiring one; a 5-pt retention lift raises profits 25-95% (Reichheld, Bain).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1828800"/>
            <a:ext cx="39319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0" y="1828800"/>
            <a:ext cx="54864" cy="12801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19385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27.6%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909560" y="25146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Churn rate in our dataset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(consistent with 23-31% ecommerce fashion benchmark)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0" y="3246120"/>
            <a:ext cx="39319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0" y="3246120"/>
            <a:ext cx="54864" cy="12801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33558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30-40%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90956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Typical apparel return 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(2-3× non-fashion ecommerce; El Kihal 2025)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680960" y="4663440"/>
            <a:ext cx="3931920" cy="128016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0" y="4663440"/>
            <a:ext cx="54864" cy="12801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47731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None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909560" y="53492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loyalty programme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retention must rely on behavioural signals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Customer Churn Prediction  ·  AI-Driven Predictive Analytics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02 · Data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 Zara-style dataset, grounded in public fashion retail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Why synthetic?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5486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Inditex treats transaction data as proprietary. No Zara customer-level dataset exists on Kaggle, UCI, or data.world.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modelled our dataset on the </a:t>
            </a:r>
            <a:pPr indent="0" marL="0">
              <a:buNone/>
            </a:pPr>
            <a:r>
              <a:rPr lang="en-US" sz="1100" b="1" dirty="0">
                <a:solidFill>
                  <a:srgbClr val="C41E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H&amp;M Personalized Fashion Recommendations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Kaggle dataset (31M transactions, 1.37M customers) — the closest public fast-fashion analog.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Feature distributions, churn rate (~28%), return rate (30-40%), and age split (67F/33M) are all calibrated to published benchmarks.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0" y="1737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Dataset snapshot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9456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Property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Value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Customers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10,000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Features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 (demographic, RFM, engagement, transactional)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Churn rate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27.6% (2,756 churners)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Missing values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age (2.4%), email_open_rate (3.8%)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Target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churn ∈ {0, 1}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Analog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H&amp;M Kaggle dataset (31M transactions)</a:t>
                      </a:r>
                      <a:endParaRPr lang="en-US" sz="10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394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Feature blocks: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0" y="5394960"/>
            <a:ext cx="22860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8600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Demographics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286000" y="5669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age, gender, country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5394960"/>
            <a:ext cx="22860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RFM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754880" y="5669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recency, frequency, monetary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223760" y="5394960"/>
            <a:ext cx="22860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Engagement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223760" y="5669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app, email, wishlist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692640" y="5394960"/>
            <a:ext cx="2286000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8B8B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Transactional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692640" y="5669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returns, discounts, channel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Customer Churn Prediction  ·  AI-Driven Predictive Analytics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03 · 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Tenure is the strongest segment signal</a:t>
            </a:r>
            <a:endParaRPr lang="en-US" sz="2600" dirty="0"/>
          </a:p>
        </p:txBody>
      </p:sp>
      <p:pic>
        <p:nvPicPr>
          <p:cNvPr id="5" name="Image 0" descr="/mnt/user-data/outputs/zara_churn_project/plots/01_eda_churn_seg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713232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63840" y="2286000"/>
            <a:ext cx="36576" cy="8686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01000" y="22677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New customers churn 2×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01000" y="257860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36.7% churn at 0-6 months vs 19.9% at 3-5 years — classic survival bias.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863840" y="3246120"/>
            <a:ext cx="36576" cy="8686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1000" y="322783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Geography is a weak signal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01000" y="35387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Churn is 25-29% across all markets; country adds little predictive lift.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863840" y="4206240"/>
            <a:ext cx="36576" cy="8686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01000" y="418795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Channel is a weak signal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001000" y="44988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Online 26.8%, store 27.3%, mixed 28.8% — dominated by recency.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863840" y="5166360"/>
            <a:ext cx="36576" cy="8686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01000" y="51480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Baseline class imbalance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001000" y="54589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27.6% positive class — use PR-AUC and F1, not accuracy alone.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Customer Churn Prediction  ·  AI-Driven Predictive Analytics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04 · Exploratory Data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Recency separates churners, frequency and monetary don't</a:t>
            </a:r>
            <a:endParaRPr lang="en-US" sz="2400" dirty="0"/>
          </a:p>
        </p:txBody>
      </p:sp>
      <p:pic>
        <p:nvPicPr>
          <p:cNvPr id="5" name="Image 0" descr="/mnt/user-data/outputs/zara_churn_project/plots/02_eda_rfm_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20240"/>
            <a:ext cx="1124712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RECENCY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5623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Churners cluster around 100+ days, retainers peak at 20-40. This is the single strongest univariate churn signal.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29768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8B8B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FREQUENCY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297680" y="5623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Distributions largely overlap — on its own, order count is not a clean churn separator in fashion retail.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138160" y="5303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B8B8B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MONETARY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138160" y="5623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Also heavily overlapping — spend alone does not predict churn; it interacts with recency and returns.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Customer Churn Prediction  ·  AI-Driven Predictive Analytics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05 ·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Two models, one honest comparison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280160" y="19202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Clean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Median/mode imputation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Percentile-cap outliers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21024" y="19202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98064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Encode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98064" y="31089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z-score numerics (LR)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One-hot categoricals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61888" y="19202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38928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Split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38928" y="31089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75/25 train/test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Stratified on churn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302752" y="19202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79792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Train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79792" y="31089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LR (balanced)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GB (sample_weight)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643616" y="1920240"/>
            <a:ext cx="640080" cy="64008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43616" y="19659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820656" y="2651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20656" y="31089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Accuracy, F1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ROC-AUC, PR-AUC, 5-fold CV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55778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206240"/>
            <a:ext cx="54864" cy="2103120"/>
          </a:xfrm>
          <a:prstGeom prst="rect">
            <a:avLst/>
          </a:prstGeom>
          <a:solidFill>
            <a:srgbClr val="8B8B8B"/>
          </a:solidFill>
          <a:ln w="12700">
            <a:solidFill>
              <a:srgbClr val="8B8B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3159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B8B8B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MODEL 1 · BASELINE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4572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Logistic Regression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5800" y="50749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Linear, interpretable, fast to train.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Coefficients directly show feature direction.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Config: </a:t>
            </a:r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C=1.0, liblinear, class_weight=balanced, max_iter=2000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206240"/>
            <a:ext cx="55778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0" y="4206240"/>
            <a:ext cx="54864" cy="21031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3159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MODEL 2 · ADVANCED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4572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Gradient Boosting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46520" y="5074920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Non-linear, captures thresholds and interactions.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Same family as XGBoost — directly comparable.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Config: </a:t>
            </a:r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n_estimators=400, max_depth=5, lr=0.06, subsample=0.8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Customer Churn Prediction  ·  AI-Driven Predictive Analytics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06 ·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Gradient Boosting wins on 5 of 6 metrics</a:t>
            </a:r>
            <a:endParaRPr lang="en-US" sz="2600" dirty="0"/>
          </a:p>
        </p:txBody>
      </p:sp>
      <p:pic>
        <p:nvPicPr>
          <p:cNvPr id="5" name="Image 0" descr="/mnt/user-data/outputs/zara_churn_project/plots/06_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6858000" cy="384048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920240"/>
          <a:ext cx="42062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14400"/>
                <a:gridCol w="91440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Metric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LR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GB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Δ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Accuracy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0.795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0.818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+0.023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Precision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0.596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0.647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+0.051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Recall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0.790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0.750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8B8B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−0.040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F1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0.680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0.695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+0.015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ROC-AUC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0.871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0.882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+0.011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PR-AUC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0.744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0.766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1E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+0.022</a:t>
                      </a:r>
                      <a:endParaRPr lang="en-US" sz="11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589520" y="4572000"/>
            <a:ext cx="4206240" cy="12801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0" y="46817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VERDICT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772400" y="498348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Gradient Boosting is the deployment choice.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Higher precision (+5.1 pts) means fewer wasted retention touches.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Customer Churn Prediction  ·  AI-Driven Predictive Analytics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07 · Interpretation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Recency, returns, and app engagement drive churn</a:t>
            </a:r>
            <a:endParaRPr lang="en-US" sz="2400" dirty="0"/>
          </a:p>
        </p:txBody>
      </p:sp>
      <p:pic>
        <p:nvPicPr>
          <p:cNvPr id="5" name="Image 0" descr="/mnt/user-data/outputs/zara_churn_project/plots/05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7132320" cy="4389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Top 3 predictors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63840" y="228600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23042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0" y="2286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Recency (days)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412480" y="2606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0.21 AUC drop when permuted — an order of magnitude ahead. Mirrors Mena et al. (2023) time-varying RFM result.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863840" y="356616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3584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41248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Return rate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412480" y="388620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0.045 AUC drop. Heavy returners churn — El Kihal et al. (2025) finds return rates rise 48% from a customer's 1st to 10th purchase.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863840" y="4846320"/>
            <a:ext cx="457200" cy="45720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63840" y="48646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412480" y="4846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App sessions (30d)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412480" y="51663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0.030 AUC drop. Directly actionable — Zara already has 218M app users and 8.1B annual visits.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Customer Churn Prediction  ·  AI-Driven Predictive Analytics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08 ·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A 6-part retention playbook for Zara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Mapping churn signals to app-native, scarcity-driven actions — preserving Zara's no-loyalty brand identity.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6576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11680"/>
            <a:ext cx="365760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Daily app churn scoring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Score all 218M active users; push notifications to those with p(churn) &gt; 0.6.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5968" y="2011680"/>
            <a:ext cx="36576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15968" y="2011680"/>
            <a:ext cx="365760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98848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98848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Fit personalisation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8848" y="3108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Attack return-rate predictor via size-prediction / virtual try-on (Stitch Fix: −30% returns).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74736" y="2011680"/>
            <a:ext cx="36576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74736" y="2011680"/>
            <a:ext cx="365760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57616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Scarcity over discount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57616" y="3108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Restock alerts and "last-few-in-your-size" instead of price cuts — preserves margin.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36576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160520"/>
            <a:ext cx="365760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343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Zara Insider tier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257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Early-drop access and RFID in-store reserve for top-CLV — status without points.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15968" y="4160520"/>
            <a:ext cx="36576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15968" y="4160520"/>
            <a:ext cx="365760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98848" y="4343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498848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Editorial win-back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98848" y="5257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Klaviyo fashion benchmark: 1.4% reactivation from content-led campaigns.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174736" y="4160520"/>
            <a:ext cx="36576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74736" y="4160520"/>
            <a:ext cx="365760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4343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357616" y="4892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RFID clienteling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57616" y="52578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Feed in-store try-on data into the model; captures signals invisible to e-commerce alone.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Zara Customer Churn Prediction  ·  AI-Driven Predictive Analytics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What we built, and what comes next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09728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429000"/>
            <a:ext cx="91440" cy="914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91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End-to-end churn pipeline on 10,000 synthetic Zara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91440" cy="914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77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Gradient Boosting: ROC-AUC 0.882, F1 0.695, accuracy 81.8%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4800600"/>
            <a:ext cx="91440" cy="914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6634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Outperformed Logistic Regression baseline on 5 of 6 metrics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LEARNED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108960"/>
            <a:ext cx="109728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3429000"/>
            <a:ext cx="91440" cy="914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291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Recency alone drives ~80% of predictive signal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4114800"/>
            <a:ext cx="91440" cy="914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977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Return rate is the strongest behavioural churn signal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4800600"/>
            <a:ext cx="91440" cy="914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46634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 engagement is directly actionable for a no-loyalty brand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41E3A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412480" y="3108960"/>
            <a:ext cx="109728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3429000"/>
            <a:ext cx="91440" cy="914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95360" y="32918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Scale to full H&amp;M 31M-transaction Kaggle dataset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4114800"/>
            <a:ext cx="91440" cy="914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0" y="3977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Upgrade to XGBoost/LightGBM with Optuna Bayesian tuning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12480" y="4800600"/>
            <a:ext cx="91440" cy="91440"/>
          </a:xfrm>
          <a:prstGeom prst="ellipse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0" y="46634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Add SHAP values for per-customer explainability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-Bold" pitchFamily="34" charset="0"/>
                <a:ea typeface="Helvetica-Bold" pitchFamily="34" charset="-122"/>
                <a:cs typeface="Helvetica-Bold" pitchFamily="34" charset="-120"/>
              </a:rPr>
              <a:t>Thank you.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3152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Code, data, plots, and paper in the attached project folder.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8B8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Customer Churn Prediction for Zara</dc:title>
  <dc:subject>PptxGenJS Presentation</dc:subject>
  <dc:creator>Course project</dc:creator>
  <cp:lastModifiedBy>Course project</cp:lastModifiedBy>
  <cp:revision>1</cp:revision>
  <dcterms:created xsi:type="dcterms:W3CDTF">2026-04-19T13:36:14Z</dcterms:created>
  <dcterms:modified xsi:type="dcterms:W3CDTF">2026-04-19T13:36:14Z</dcterms:modified>
</cp:coreProperties>
</file>